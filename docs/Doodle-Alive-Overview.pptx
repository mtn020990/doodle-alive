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Doodle Alive: someone draws on paper, takes a photo with their phone, and a few seconds later the drawing moves. Everything runs on free or open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phone side is a plain web page. The file input with capture="environment" opens the camera directly, which also works over plain HTTP on the local Wi-Fi.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Character mode is reliable and fast, so it is the safe live demo. Scene mode is the "wow" but depends on free GPU queues on Hugging Face Spaces or Colab.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Model: claude-opus-5 via the Anthropic Python SDK, with low effort for speed and server-side refusal fallback. Output is strict JSON with subject, kind and motion_prompt.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Doodle Alive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it. Snap it. Watch it move.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workshop project: turning paper drawings into animations with free, open AI models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685800"/>
            <a:ext cx="960120" cy="9601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6191" y="935431"/>
            <a:ext cx="460858" cy="4608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46620" y="1691640"/>
            <a:ext cx="0" cy="274320"/>
          </a:xfrm>
          <a:prstGeom prst="line">
            <a:avLst/>
          </a:prstGeom>
          <a:noFill/>
          <a:ln w="25400">
            <a:solidFill>
              <a:srgbClr val="A9B0D6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766560" y="2011680"/>
            <a:ext cx="960120" cy="9601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191" y="2261311"/>
            <a:ext cx="460858" cy="46085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46620" y="3017520"/>
            <a:ext cx="0" cy="274320"/>
          </a:xfrm>
          <a:prstGeom prst="line">
            <a:avLst/>
          </a:prstGeom>
          <a:noFill/>
          <a:ln w="25400">
            <a:solidFill>
              <a:srgbClr val="A9B0D6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6766560" y="3337560"/>
            <a:ext cx="960120" cy="96012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191" y="3587191"/>
            <a:ext cx="460858" cy="4608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draws on paper, takes a photo with their phone, and gets the drawing back as an animation. No app install and no typing needed.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1188720" cy="11887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667" y="227502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and paper. Kids, adults, anyone.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0" y="2560320"/>
            <a:ext cx="640080" cy="0"/>
          </a:xfrm>
          <a:prstGeom prst="line">
            <a:avLst/>
          </a:prstGeom>
          <a:noFill/>
          <a:ln w="25400">
            <a:solidFill>
              <a:srgbClr val="A9B0D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114800" y="1965960"/>
            <a:ext cx="1188720" cy="11887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867" y="2275027"/>
            <a:ext cx="570586" cy="5705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browser opens the camera directly.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0" y="2560320"/>
            <a:ext cx="640080" cy="0"/>
          </a:xfrm>
          <a:prstGeom prst="line">
            <a:avLst/>
          </a:prstGeom>
          <a:noFill/>
          <a:ln w="25400">
            <a:solidFill>
              <a:srgbClr val="A9B0D6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858000" y="1965960"/>
            <a:ext cx="1188720" cy="118872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067" y="2275027"/>
            <a:ext cx="570586" cy="57058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move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returns a GIF or short video to save and share.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74520" cy="2971800"/>
          </a:xfrm>
          <a:prstGeom prst="roundRect">
            <a:avLst>
              <a:gd name="adj" fmla="val 5854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731520" cy="7315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" y="160751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A9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link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4320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QR code or open the laptop URL. It's a web page, so there's nothing to install.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1188720"/>
            <a:ext cx="1874520" cy="2971800"/>
          </a:xfrm>
          <a:prstGeom prst="roundRect">
            <a:avLst>
              <a:gd name="adj" fmla="val 5854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88920" y="1417320"/>
            <a:ext cx="731520" cy="7315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115" y="16075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88620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A9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photo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274320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opens the phone's rear camera. Snap the drawing.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63440" y="1188720"/>
            <a:ext cx="1874520" cy="2971800"/>
          </a:xfrm>
          <a:prstGeom prst="roundRect">
            <a:avLst>
              <a:gd name="adj" fmla="val 5854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92040" y="1417320"/>
            <a:ext cx="731520" cy="7315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235" y="160751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98932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A9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4"/>
          <p:cNvSpPr txBox="1"/>
          <p:nvPr/>
        </p:nvSpPr>
        <p:spPr>
          <a:xfrm>
            <a:off x="4892040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mode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4892040" y="274320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 AI decide", "A person / figure" or "Anything else". Optionally type how it should move.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766560" y="1188720"/>
            <a:ext cx="1874520" cy="2971800"/>
          </a:xfrm>
          <a:prstGeom prst="roundRect">
            <a:avLst>
              <a:gd name="adj" fmla="val 5854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95160" y="1417320"/>
            <a:ext cx="731520" cy="7315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355" y="160751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09244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A9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19"/>
          <p:cNvSpPr txBox="1"/>
          <p:nvPr/>
        </p:nvSpPr>
        <p:spPr>
          <a:xfrm>
            <a:off x="6995160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&amp; save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6995160" y="274320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steps show while it works, then the GIF or MP4 plays. Tap Save.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325880" cy="11430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2529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1612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554480"/>
            <a:ext cx="1051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photo, polls status every 1.5 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965960" y="105156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122529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423160" y="11612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Clean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2103120" y="1554480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rotation, resize, boost contrast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703320" y="105156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2" y="122529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160520" y="11612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Understand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3840480" y="1554480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what is it, figure or scene, motion prompt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852160" y="1051560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122529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09360" y="11612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Animate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5989320" y="1554480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the right model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105156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2" y="1225296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46720" y="116128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7726680" y="1554480"/>
            <a:ext cx="914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 / MP4 back to phone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1719072" y="1623060"/>
            <a:ext cx="219456" cy="0"/>
          </a:xfrm>
          <a:prstGeom prst="line">
            <a:avLst/>
          </a:prstGeom>
          <a:noFill/>
          <a:ln w="25400">
            <a:solidFill>
              <a:srgbClr val="5E6477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3456432" y="1623060"/>
            <a:ext cx="219456" cy="0"/>
          </a:xfrm>
          <a:prstGeom prst="line">
            <a:avLst/>
          </a:prstGeom>
          <a:noFill/>
          <a:ln w="25400">
            <a:solidFill>
              <a:srgbClr val="5E6477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5605272" y="1623060"/>
            <a:ext cx="219456" cy="0"/>
          </a:xfrm>
          <a:prstGeom prst="line">
            <a:avLst/>
          </a:prstGeom>
          <a:noFill/>
          <a:ln w="25400">
            <a:solidFill>
              <a:srgbClr val="5E6477"/>
            </a:solidFill>
            <a:prstDash val="solid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7342632" y="1623060"/>
            <a:ext cx="219456" cy="0"/>
          </a:xfrm>
          <a:prstGeom prst="line">
            <a:avLst/>
          </a:prstGeom>
          <a:noFill/>
          <a:ln w="25400">
            <a:solidFill>
              <a:srgbClr val="5E6477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3017520" y="297180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3154680" y="30815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mode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3154680" y="3474720"/>
            <a:ext cx="1691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Animated Drawings rigs the figure and makes it dance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 flipH="1">
            <a:off x="4000500" y="2240280"/>
            <a:ext cx="2583180" cy="685800"/>
          </a:xfrm>
          <a:prstGeom prst="line">
            <a:avLst/>
          </a:prstGeom>
          <a:noFill/>
          <a:ln w="25400">
            <a:solidFill>
              <a:srgbClr val="A9B0D6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5120640" y="2971800"/>
            <a:ext cx="1965960" cy="114300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5257800" y="30815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mode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5257800" y="3474720"/>
            <a:ext cx="1691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2.2 / LTX-Video turns image + prompt into video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 flipH="1">
            <a:off x="6103620" y="2240280"/>
            <a:ext cx="480060" cy="685800"/>
          </a:xfrm>
          <a:prstGeom prst="line">
            <a:avLst/>
          </a:prstGeom>
          <a:noFill/>
          <a:ln w="25400">
            <a:solidFill>
              <a:srgbClr val="A9B0D6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7223760" y="2971800"/>
            <a:ext cx="1554480" cy="11430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7360920" y="30815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7360920" y="3474720"/>
            <a:ext cx="1280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mock GIF if a model fails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6583680" y="2240280"/>
            <a:ext cx="1417320" cy="685800"/>
          </a:xfrm>
          <a:prstGeom prst="line">
            <a:avLst/>
          </a:prstGeom>
          <a:noFill/>
          <a:ln w="25400">
            <a:solidFill>
              <a:srgbClr val="A9B0D6"/>
            </a:solidFill>
            <a:prstDash val="solid"/>
            <a:tailEnd type="triangle"/>
          </a:ln>
        </p:spPr>
      </p:sp>
      <p:sp>
        <p:nvSpPr>
          <p:cNvPr id="39" name="Text 32"/>
          <p:cNvSpPr txBox="1"/>
          <p:nvPr/>
        </p:nvSpPr>
        <p:spPr>
          <a:xfrm>
            <a:off x="365760" y="29718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background.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replies at once with a job id, and the phone shows each step as it happens.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its own Python module, so a model can be swapped without touching the UI.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paths, picked per drawing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154680"/>
          </a:xfrm>
          <a:prstGeom prst="roundRect">
            <a:avLst>
              <a:gd name="adj" fmla="val 3478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777240" cy="7772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5279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MODE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Animated Drawings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 figures (head, body, arms, legs)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cut out, fit a skeleton, then play a motion (dance, wave, jump)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 that keeps the exact hand-drawn lines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10–30 seconds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MIT, open source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097280"/>
            <a:ext cx="3977640" cy="3154680"/>
          </a:xfrm>
          <a:prstGeom prst="roundRect">
            <a:avLst>
              <a:gd name="adj" fmla="val 3478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83480" y="1325880"/>
            <a:ext cx="777240" cy="7772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562" y="15279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94360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MODE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943600" y="1673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2.2  /  LTX-Video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23317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else: rockets, cats, houses…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text prompt into a video diffusion model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MP4 with AI-generated motion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minutes, depending on GPU and queue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(Wan) / open weights (LTX)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step: Claude looks at the drawing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1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C:\Users\NganMaiThanh\AppData\Local\Temp\claude\C--Users-NganMaiThanh\ab31f0f6-9c15-4511-bce6-edc523167b17\scratchpad\fra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234440"/>
            <a:ext cx="2377440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the drawing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46120" y="2240280"/>
            <a:ext cx="548640" cy="0"/>
          </a:xfrm>
          <a:prstGeom prst="line">
            <a:avLst/>
          </a:prstGeom>
          <a:noFill/>
          <a:ln w="25400">
            <a:solidFill>
              <a:srgbClr val="5E6477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3886200" y="1874520"/>
            <a:ext cx="731520" cy="7315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395" y="2064715"/>
            <a:ext cx="351130" cy="3511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09160" y="2240280"/>
            <a:ext cx="411480" cy="0"/>
          </a:xfrm>
          <a:prstGeom prst="line">
            <a:avLst/>
          </a:prstGeom>
          <a:noFill/>
          <a:ln w="25400">
            <a:solidFill>
              <a:srgbClr val="5E6477"/>
            </a:solidFill>
            <a:prstDash val="solid"/>
            <a:tailEnd type="triangle"/>
          </a:ln>
        </p:spPr>
      </p:sp>
      <p:sp>
        <p:nvSpPr>
          <p:cNvPr id="10" name="Text 6"/>
          <p:cNvSpPr txBox="1"/>
          <p:nvPr/>
        </p:nvSpPr>
        <p:spPr>
          <a:xfrm>
            <a:off x="5212080" y="1143000"/>
            <a:ext cx="3474720" cy="2194560"/>
          </a:xfrm>
          <a:prstGeom prst="rect">
            <a:avLst/>
          </a:prstGeom>
          <a:solidFill>
            <a:srgbClr val="1B1F3B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"subject": "a red-finned rocket",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"kind": "scene",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"motion_prompt":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"The rocket blasts off with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puffs of smoke, crayon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style, static camera."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21208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 (illustrative)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38862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model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"kind" routes to character or scene mode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246120" y="38862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prompt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never have to type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035040" y="38862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blocks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key, a default prompt is used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applied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98448"/>
            <a:ext cx="548640" cy="5486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441094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441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385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HTML, CSS and JS with no build step. A camera file input, and polling for job status.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298448"/>
            <a:ext cx="548640" cy="54864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646" y="1441094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13441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9385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3.14, FastAPI and Uvicorn. Background tasks and an in-memory job store.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109728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298448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66" y="1441094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3441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9385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Pillow: EXIF rotation, resize, auto-contrast. OpenCV paper detection is next.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127248"/>
            <a:ext cx="548640" cy="54864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269894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172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767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 SDK) reads the image and returns JSON: subject, kind, prompt.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46120" y="292608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29000" y="3127248"/>
            <a:ext cx="548640" cy="54864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646" y="3269894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14800" y="3172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models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767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Animated Drawings, Wan 2.2, LTX-Video, plus an offline mock animator.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035040" y="292608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17920" y="3127248"/>
            <a:ext cx="548640" cy="548640"/>
          </a:xfrm>
          <a:prstGeom prst="ellipse">
            <a:avLst/>
          </a:prstGeom>
          <a:solidFill>
            <a:srgbClr val="3BB273"/>
          </a:solidFill>
          <a:ln w="12700">
            <a:solidFill>
              <a:srgbClr val="3BB273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566" y="3269894"/>
            <a:ext cx="263347" cy="26334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3172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GPU hosting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767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 (ZeroGPU) through gradio_client, with Google Colab as plan B.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the demo never breaks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animators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051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to start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0515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to install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3056839"/>
            <a:ext cx="241402" cy="24140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234440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providers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model is one Python file plus one registry line. Chosen in .env.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46120" y="274320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29000" y="292608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3056839"/>
            <a:ext cx="241402" cy="2414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023360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fallback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342900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real model fails, the mock animation is shown with a warning, never an error screen.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035040" y="274320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17920" y="2926080"/>
            <a:ext cx="502920" cy="502920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3056839"/>
            <a:ext cx="241402" cy="24140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812280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API contract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621792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teams work in parallel. Fields are only ever added, never changed.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two endpoints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drawing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931920" cy="2148840"/>
          </a:xfrm>
          <a:prstGeom prst="rect">
            <a:avLst/>
          </a:prstGeom>
          <a:solidFill>
            <a:srgbClr val="1B1F3B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/api/jobs   (multipart)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   file, required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    auto | character | scene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  text, optional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202 Accepted + Job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until done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17320"/>
            <a:ext cx="3931920" cy="2148840"/>
          </a:xfrm>
          <a:prstGeom prst="rect">
            <a:avLst/>
          </a:prstGeom>
          <a:solidFill>
            <a:srgbClr val="1B1F3B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/api/jobs/{id}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"status": "running",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"step": "Animating (hf_space)",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"subject": "a rocket",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"kind": "scene",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"animator": "hf_space",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"output_url": "/media/…/animation.mp4",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"warning": null, "error": null }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goes queued → running → done / failed. Errors: 400 bad input · 413 file too large · 404 unknown job. GET /api/health shows the active configuration.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1691640"/>
            <a:ext cx="7406640" cy="0"/>
          </a:xfrm>
          <a:prstGeom prst="line">
            <a:avLst/>
          </a:prstGeom>
          <a:noFill/>
          <a:ln w="38100">
            <a:solidFill>
              <a:srgbClr val="DDE1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280160"/>
            <a:ext cx="822960" cy="822960"/>
          </a:xfrm>
          <a:prstGeom prst="ellipse">
            <a:avLst/>
          </a:prstGeom>
          <a:solidFill>
            <a:srgbClr val="3BB273"/>
          </a:solidFill>
          <a:ln w="12700">
            <a:solidFill>
              <a:srgbClr val="3BB27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14941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B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→ photo → GIF works end-to-end on the mock animator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42032" y="1280160"/>
            <a:ext cx="822960" cy="822960"/>
          </a:xfrm>
          <a:prstGeom prst="ellipse">
            <a:avLst/>
          </a:prstGeom>
          <a:solidFill>
            <a:srgbClr val="A9B0D6"/>
          </a:solidFill>
          <a:ln w="12700">
            <a:solidFill>
              <a:srgbClr val="A9B0D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002" y="149413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0552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130552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221992" y="2971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2.2 / LTX via Hugging Face; Meta Animated Drawings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215384" y="1280160"/>
            <a:ext cx="822960" cy="822960"/>
          </a:xfrm>
          <a:prstGeom prst="ellipse">
            <a:avLst/>
          </a:prstGeom>
          <a:solidFill>
            <a:srgbClr val="A9B0D6"/>
          </a:solidFill>
          <a:ln w="12700">
            <a:solidFill>
              <a:srgbClr val="A9B0D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354" y="149413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03904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803904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prompt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895344" y="2971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picks the mode and writes the motion prompt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888736" y="1280160"/>
            <a:ext cx="822960" cy="822960"/>
          </a:xfrm>
          <a:prstGeom prst="ellipse">
            <a:avLst/>
          </a:prstGeom>
          <a:solidFill>
            <a:srgbClr val="A9B0D6"/>
          </a:solidFill>
          <a:ln w="12700">
            <a:solidFill>
              <a:srgbClr val="A9B0D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706" y="1494130"/>
            <a:ext cx="395021" cy="3950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77256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477256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68696" y="2971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detection, motion picker, gallery wall, UI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562088" y="1280160"/>
            <a:ext cx="822960" cy="822960"/>
          </a:xfrm>
          <a:prstGeom prst="ellipse">
            <a:avLst/>
          </a:prstGeom>
          <a:solidFill>
            <a:srgbClr val="A9B0D6"/>
          </a:solidFill>
          <a:ln w="12700">
            <a:solidFill>
              <a:srgbClr val="A9B0D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058" y="1494130"/>
            <a:ext cx="395021" cy="3950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50608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7150608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ready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242048" y="297180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recordings, rehearse twice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task board: docs/PLAN.md  ·  setup guides and blockers: docs/HANDOFF.md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how we handle them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94360" cy="5943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334" y="15261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GPU queue slow or out of quota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556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tokens, switch Space, use Colab, and the mock fallback covers the rest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71600"/>
            <a:ext cx="594360" cy="5943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574" y="15261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network blocks Hugging Face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17556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phone hotspot or the workshop Wi-Fi, or run on another laptop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154680"/>
            <a:ext cx="594360" cy="5943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4" y="33092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Drawings needs Docker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53872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mode for everything, plus recordings from Meta's web demo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154680"/>
            <a:ext cx="594360" cy="5943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574" y="330921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blocks phone → laptop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353872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with ngrok or cloudflared and share an HTTPS QR code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it move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731520" cy="7315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2018995"/>
            <a:ext cx="351130" cy="3511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a stick person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volunteer draws it and it dances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91840" y="1828800"/>
            <a:ext cx="731520" cy="7315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035" y="2018995"/>
            <a:ext cx="351130" cy="351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9184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anything else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329184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rocket, cat or fish becomes a video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035040" y="1828800"/>
            <a:ext cx="731520" cy="73152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235" y="201899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03504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everyone's animations on the big screen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http://&lt;laptop-ip&gt;:8000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Doodle Alive</dc:title>
  <dc:subject>PptxGenJS Presentation</dc:subject>
  <dc:creator>PptxGenJS</dc:creator>
  <cp:lastModifiedBy>PptxGenJS</cp:lastModifiedBy>
  <cp:revision>1</cp:revision>
  <dcterms:created xsi:type="dcterms:W3CDTF">2026-09-30T03:42:43Z</dcterms:created>
  <dcterms:modified xsi:type="dcterms:W3CDTF">2026-09-30T03:42:43Z</dcterms:modified>
</cp:coreProperties>
</file>